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Yapay Zeka Algoritmaları • Orta Düzey Sunum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PCA Tarihçesi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 ilk olarak 1901 yılında Karl Pearson tarafından geliştirilmiştir.</a:t>
            </a:r>
          </a:p>
          <a:p>
            <a:r>
              <a:t>Daha sonra 1930'larda Harold Hotelling yöntemi genişleterek modern haline getirmiştir.</a:t>
            </a:r>
          </a:p>
          <a:p>
            <a:r>
              <a:t>Amacı yüksek boyutlu veriyi daha düşük boyutlarda açıklayabilmektir.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PCA'nın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PCA, doğrusal cebir temelli bir boyut indirgeme tekniğidir.</a:t>
            </a:r>
          </a:p>
          <a:p>
            <a:r>
              <a:t>Temel olarak kovaryans matrisi, özdeğerler ve özvektörler hesaplanır.</a:t>
            </a:r>
          </a:p>
          <a:p>
            <a:r>
              <a:t>Veri yeni eksenlere projelendirilerek maksimum varyans açıklanır.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Algoritmanın Mantığı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PCA, yüksek boyutlu verilerdeki ilişkileri sadeleştirmek için tasarlanmıştır.</a:t>
            </a:r>
          </a:p>
          <a:p>
            <a:r>
              <a:t>Verideki gürültüyü azaltmak ve önemli bileşenleri ortaya çıkarmayı amaçlar.</a:t>
            </a:r>
          </a:p>
          <a:p>
            <a:r>
              <a:t>Makine öğreniminde ön işleme adımında sıkça kullanılır.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Günümüzde Kullanım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Görüntü işleme (face recognition)</a:t>
            </a:r>
          </a:p>
          <a:p>
            <a:r>
              <a:t>- Genomik veri analizi</a:t>
            </a:r>
          </a:p>
          <a:p>
            <a:r>
              <a:t>- Finansal risk modelleme</a:t>
            </a:r>
          </a:p>
          <a:p>
            <a:r>
              <a:t>- Veri görselleştirme ve boyut indirgeme</a:t>
            </a:r>
          </a:p>
          <a:p>
            <a:r>
              <a:t>- Makine öğrenimi ön işleme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Avantajlar &amp; Dezavantajlar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Avantajlar:</a:t>
            </a:r>
          </a:p>
          <a:p>
            <a:r>
              <a:t>- Gürültü azaltma</a:t>
            </a:r>
          </a:p>
          <a:p>
            <a:r>
              <a:t>- Boyut indirgeme</a:t>
            </a:r>
          </a:p>
          <a:p>
            <a:r>
              <a:t>- Hesaplama verimliliği</a:t>
            </a:r>
          </a:p>
          <a:p/>
          <a:p>
            <a:r>
              <a:t>Dezavantajlar:</a:t>
            </a:r>
          </a:p>
          <a:p>
            <a:r>
              <a:t>- Doğrusal yapıya bağımlı</a:t>
            </a:r>
          </a:p>
          <a:p>
            <a:r>
              <a:t>- Yorumu zor olabilir</a:t>
            </a:r>
          </a:p>
          <a:p>
            <a:r>
              <a:t>- Ölçeklendirme zorunludur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Kod Örneği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import numpy as np</a:t>
            </a:r>
          </a:p>
          <a:p>
            <a:r>
              <a:t>from sklearn.decomposition import PCA</a:t>
            </a:r>
          </a:p>
          <a:p/>
          <a:p>
            <a:r>
              <a:t>X = np.array([[2,3,4],[5,6,7],[8,9,10]])</a:t>
            </a:r>
          </a:p>
          <a:p>
            <a:r>
              <a:t>pca = PCA(n_components=2)</a:t>
            </a:r>
          </a:p>
          <a:p>
            <a:r>
              <a:t>X_transformed = pca.fit_transform(X)</a:t>
            </a:r>
          </a:p>
          <a:p>
            <a:r>
              <a:t>print(X_transformed)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Veri Dağılımı Görseli</a:t>
            </a:r>
          </a:p>
        </p:txBody>
      </p:sp>
      <p:pic>
        <p:nvPicPr>
          <p:cNvPr id="3" name="Picture 2" descr="pca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Kaynağı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 anlatımı için önerilen video linki:</a:t>
            </a:r>
          </a:p>
          <a:p>
            <a:r>
              <a:t>https://www.youtube.com/watch?v=HMOI_lkzW08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